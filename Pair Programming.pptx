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3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1" d="100"/>
          <a:sy n="91" d="100"/>
        </p:scale>
        <p:origin x="53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8/29/2017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8925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8/29/2017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2204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8/29/2017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901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8/29/2017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5480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8/29/2017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7911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8/29/2017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361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8/29/2017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1971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8/29/2017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632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8/29/2017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054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8/29/2017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840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8/29/2017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484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pt-BR" smtClean="0"/>
              <a:t>Editar estilos de texto Mestre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8/29/2017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110223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8/29/2017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64988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8/29/2017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50516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8/29/2017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6579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8/29/2017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3024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8/29/2017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7409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8/29/2017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447076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  <p:sldLayoutId id="2147483710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651844" y="304799"/>
            <a:ext cx="8954813" cy="940780"/>
          </a:xfrm>
        </p:spPr>
        <p:txBody>
          <a:bodyPr>
            <a:normAutofit fontScale="90000"/>
          </a:bodyPr>
          <a:lstStyle/>
          <a:p>
            <a:r>
              <a:rPr lang="pt-BR" dirty="0" err="1">
                <a:latin typeface="BankGothic Lt BT" panose="020B0607020203060204" pitchFamily="34" charset="0"/>
              </a:rPr>
              <a:t>Pair</a:t>
            </a:r>
            <a:r>
              <a:rPr lang="pt-BR" dirty="0">
                <a:latin typeface="BankGothic Lt BT" panose="020B0607020203060204" pitchFamily="34" charset="0"/>
              </a:rPr>
              <a:t> </a:t>
            </a:r>
            <a:r>
              <a:rPr lang="pt-BR" dirty="0" err="1" smtClean="0">
                <a:latin typeface="BankGothic Lt BT" panose="020B0607020203060204" pitchFamily="34" charset="0"/>
              </a:rPr>
              <a:t>Programming</a:t>
            </a:r>
            <a:endParaRPr lang="pt-BR" dirty="0">
              <a:latin typeface="BankGothic Lt BT" panose="020B0607020203060204" pitchFamily="34" charset="0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00050" y="4907565"/>
            <a:ext cx="10058400" cy="1143000"/>
          </a:xfr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834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3983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Íon">
  <a:themeElements>
    <a:clrScheme name="Í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Í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Í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9</TotalTime>
  <Words>2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7" baseType="lpstr">
      <vt:lpstr>Arial</vt:lpstr>
      <vt:lpstr>BankGothic Lt BT</vt:lpstr>
      <vt:lpstr>Century Gothic</vt:lpstr>
      <vt:lpstr>Wingdings 3</vt:lpstr>
      <vt:lpstr>Íon</vt:lpstr>
      <vt:lpstr>Pair Programming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Pair Programming</dc:title>
  <dc:creator>senac</dc:creator>
  <cp:lastModifiedBy>senac</cp:lastModifiedBy>
  <cp:revision>1</cp:revision>
  <dcterms:created xsi:type="dcterms:W3CDTF">2017-08-30T01:01:58Z</dcterms:created>
  <dcterms:modified xsi:type="dcterms:W3CDTF">2017-08-30T01:11:06Z</dcterms:modified>
</cp:coreProperties>
</file>